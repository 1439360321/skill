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09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基于大语言模型的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应用安全审计技术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LLM-Driven Application Security Audit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914400" cy="320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零样本 · 无微调 · 静态分析 + LLM 多 Agent 协同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一、核心成绩与学术对比 — PrimeVul F1=0.77，零样本超越微调基线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二、Phase 1：Sink 注册表过拟合与四个优化层的失效 — 从 0.9+ 假象到认识 LLM 角色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三、Phase 2：模块化 — LLM 层层杀 TP 与静态拦截问题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四、Phase 3：V4 三级 Agent + 工具感知链 — 架构重建的最终方案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五、消融实验 — 控制变量法拆解每个组件的贡献</a:t>
            </a:r>
            <a:endParaRPr lang="en-US" sz="1400" dirty="0"/>
          </a:p>
          <a:p>
            <a:pPr>
              <a:lnSpc>
                <a:spcPct val="125000"/>
              </a:lnSpc>
              <a:spcAft>
                <a:spcPts val="1200"/>
              </a:spcAft>
              <a:buSzPct val="100000"/>
            </a:pPr>
            <a:r>
              <a:rPr lang="en-US" sz="1400" dirty="0" err="1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六、局限性</a:t>
            </a:r>
            <a:r>
              <a:rPr lang="en-US" sz="14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哪些地方做得不够好，以及为什么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核心成绩：PrimeVul 200 样本分层测试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173736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7419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261872"/>
            <a:ext cx="173736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06040" y="17419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261872"/>
            <a:ext cx="173736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17419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261872"/>
            <a:ext cx="173736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17419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误报率 FPR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零样本、纯代码输入条件  |  ROC-AUC = 0.8356  |  PR-AUC = 0.7515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PrimeVul 细分结果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 Sink 样本（19个）：F1=0.88, P=0.90, R=0.85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Sink 样本（181个）：F1=0.74, P=0.76, R=0.73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 Sink 子集仅占 9.5%，但高精度验证了激进策略有效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Sink 子集占 90.5%，是整体性能的主要驱动因素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BigVul Clean 数据集（200 样本）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063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0.67, Precision = 0.62, Recall = 0.74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标签噪声率学术界估计约 75%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F1=0.67 可能已接近数据集的理论上限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 3/4 标签是错的，再好的模型也难以突破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学术对比：零样本条件下超越微调基线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1517904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条件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StarCoder2 7B（零样本）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零样本，基本不可用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CodeBERT（微调）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需标注数据微调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LLMxCPG（结合代码属性图）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0.62-0.68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零样本 + CPG 辅助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我们的方案（V4 工具感知链）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零样本，纯代码，无微调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StarCoder2 7B 零样本 F1 仅 0.03 — 通用代码模型直接做漏洞检测几乎不可用，说明漏洞检测是高度专业化的任务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CodeBERT 微调后也仅 0.21 — 即使有标注数据微调，单一模型对复杂漏洞的检测能力仍然非常有限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LLMxCPG 做到 0.62-0.68 — 结构化代码表示（CPG）能提供有价值信号，但仍不如多工具+多 Agent 协同方案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我们的方案达到 0.77 — 在零样本、纯代码输入条件下超过所有已知基线，证明了工具感知 Agent 链的有效性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核心成绩汇总：三个数据集交叉验证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1993392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关键特征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PrimeVul（全部）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零样本，分层测试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PrimeVul（有 Sink）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激进验证策略最有效场景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PrimeVul（无 Sink）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Checklist 六类审计驱动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BigVul Clean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标签噪声~75%，可能接近理论上限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Juliet（跨数据集验证）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证明架构有跨数据集泛化能力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PrimeVul 是主测试集：200 样本分层抽样，涵盖真实开源项目漏洞，是方案性能的主要参考基准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BigVul 作为第二测试集交叉验证：虽然标签噪声高，但 F1=0.67 仍远超零样本基线（StarCoder2 的 0.03）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Juliet 30 样本用于跨数据集泛化测试：F1=0.68 证明架构不是对单一数据集过拟合，具有良好的泛化能力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平台概览：系统首页仪表板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图：系统首页 — 模型状态监控、数据集概览、快捷操作入口</a:t>
            </a:r>
            <a:endParaRPr lang="en-US" sz="1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B33332-E3B4-3CF2-0A49-DC33A820B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72662"/>
            <a:ext cx="7765366" cy="32795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起点：Sink 注册表的过拟合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与四个优化层的失效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0.9+ 的假象，到认识 LLM 的真正角色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初始框架搭建：Tree-sitter + Sink 注册表 + Ollama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" cy="20116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AST 解析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517904"/>
            <a:ext cx="17373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多语言解析（C/C++/Python/Java），构建代码抽象语法树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零外部依赖，毫秒级运行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188720"/>
            <a:ext cx="45720" cy="2011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 危险函数注册表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1517904"/>
            <a:ext cx="17373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类 C/C++ 漏洞的危险函数模式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预定义列表：strcpy, memmove, system 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5720" cy="2011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本地模型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517904"/>
            <a:ext cx="17373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本地部署 LLM，对代码切片做漏洞推理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 deepseek-r1 8B，后续切换 GLM-4.6V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188720"/>
            <a:ext cx="45720" cy="20116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LLM 接入支持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4032" y="1517904"/>
            <a:ext cx="17373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GLM-4.6v（智谱AI）、DeepSeek V4 Flash、Ollama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通过 .env 加载，不提交到 Git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 LLM 接入：支持多种模型提供商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图：LLM 配置页面 — GLM-4.6V / DeepSeek V4 Flash / Ollama 本地部署三种接入方式</a:t>
            </a:r>
            <a:endParaRPr lang="en-US" sz="1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898495F-C5D1-71A2-C596-DCAA84AE8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04" y="1003554"/>
            <a:ext cx="8058150" cy="3367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方法论坦诚：Sink 注册表的数据泄漏问题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800"/>
              </a:spcAft>
              <a:buSzPct val="100000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问题本质：sink 注册表在一个早期的自建测试集上编写和调优——直接在测试样本上观察哪些函数出现频繁、哪些和漏洞标注关联，然后加入注册表</a:t>
            </a:r>
            <a:endParaRPr lang="en-US" sz="1100" dirty="0"/>
          </a:p>
          <a:p>
            <a:pPr>
              <a:lnSpc>
                <a:spcPct val="125000"/>
              </a:lnSpc>
              <a:spcAft>
                <a:spcPts val="800"/>
              </a:spcAft>
              <a:buSzPct val="100000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这本质上是在那个早期测试集上 “训练” 了 sink 规则，存在数据泄漏风险——但 sink 函数本身是通用编程知识（strcpy 就是危险、system 就是可注入），泄漏的影响是方向性而非持续性的</a:t>
            </a:r>
            <a:endParaRPr lang="en-US" sz="1100" dirty="0"/>
          </a:p>
          <a:p>
            <a:pPr>
              <a:lnSpc>
                <a:spcPct val="125000"/>
              </a:lnSpc>
              <a:spcAft>
                <a:spcPts val="800"/>
              </a:spcAft>
              <a:buSzPct val="100000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补救措施：意识到问题后立即更换评测数据集——后续所有正式评测都使用 PrimeVul 和 BigVul，与编写 sink 规则的数据集完全独立，sink 注册表没有再根据新测试集做过调整</a:t>
            </a:r>
            <a:endParaRPr lang="en-US" sz="1100" dirty="0"/>
          </a:p>
          <a:p>
            <a:pPr>
              <a:lnSpc>
                <a:spcPct val="125000"/>
              </a:lnSpc>
              <a:spcAft>
                <a:spcPts val="800"/>
              </a:spcAft>
              <a:buSzPct val="100000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学术诚信：坦诚报告这个问题，不隐瞒方法的局限性。泄漏对后续评测的影响是有限的——因为正式评测数据集与早期自建集完全独立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四个“优化层”的叠加——看起来很好，实际全部失效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" cy="228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数据流追踪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517904"/>
            <a:ext cx="1737360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函数内 Source→Sink 路径分析：从危险函数调用出发，沿赋值链路往回走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同时做单层跨函数追踪：source→helper→返回值→sink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188720"/>
            <a:ext cx="45720" cy="228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Sanitization 检测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1517904"/>
            <a:ext cx="1737360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正则表达式检测代码里是否做了边界检查、长度校验、参数化查询等安全措施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 13 个漏洞类别，共 10 个正则表达式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5720" cy="228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三阶段 LLM 推理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517904"/>
            <a:ext cx="1737360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阶段一：CWE 筛查 → 阶段二：链式深度分析 → 阶段三：自检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deepseek-r1 8B 本地模型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188720"/>
            <a:ext cx="45720" cy="2286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1243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RAG 知识库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4032" y="1517904"/>
            <a:ext cx="1737360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BigVul 漏洞案例做检索增强生成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向量嵌入 + 相似度匹配，辅助 LLM 判断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59 样本自建集上 F1 &gt; 0.9 —— 看起来很好。但接下来我们会看到，三个优化层几乎全部失效。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优化层失效 ①：数据流追踪——硬过滤器杀伤真漏洞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设计思路：没有数据流路径就直接判安全——做成硬过滤器，一刀切拦截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致命缺陷：函数参数天然就是外部输入来源，数据流分析几乎总能连上 → 硬过滤条件区分度极差，等价于随机过滤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实际后果：反而砍掉了 17 个包含真漏洞的代码切片——这些 TP 被系统性漏掉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根本原因：单函数内 Source→Sink 路径几乎总是存在（因为函数参数 = 外部输入），硬过滤覆盖面太广反而没有区分度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修正方案：改为纯建议模式，不参与硬判决。数据流路径信息仅作为 Agent 推理的辅助参考信号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核心教训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600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静态分析的结果不应该做硬判决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区分度比覆盖面更重要——宁可漏几个也要准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应该看到所有信号，自己做最终判断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优化层失效 ②：Sanitization——正则与真实代码脱节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正则编写的理想代码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(len &gt; MAX)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(check_bound(buf, size)) handle(buf);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实际遇到的真实代码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#ifdef DEBUG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(check_len(buf, sz))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handle_safe(buf);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个正则表达式，6 个跟真实代码对不上——正则是在理想化代码片段上写的，真实项目代码有宏包裹、嵌套调用、条件编译，完全匹配不到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检测到 sanitization ≠ 真正的充分防护。两个典型反例：sizeof 对变长指针不提供任何保护（sizeof(ptr) 在 x86-64 上永远返回 8）；strncpy 不保证空终止（如果源长度 ≥ n，目标不会以 \0 结尾）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修正方案：sanitization 检测保留在 CodeSlicer 中，但只影响风险评级不做硬拦截。正则检测结果作为 LLM 推理的参考信号，而非判决依据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优化层失效 ③④：三阶段 LLM + 59 样本过拟合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 LLM 推理几乎无贡献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 F1 的贡献仅 +0.011（0.8657→0.8768）——千分之十一的提升，基本等于没贡献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 8B 对安全代码过度推理——单个文件跑 40 到120 秒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三个阶段的串行设计导致延迟累积——筛查完等分析，分析完等自检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参数模型对安全审计这种高度专业化的任务能力不足——模型本身太小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根本原因：串行 Agent 链的延迟和错误会层层放大，而不是相互纠正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样本 F1 &gt; 0.9 是过拟合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个样本的数据集太小，根本没有统计区分度——任何一个稍微合理的方案都能刷到 0.9+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 注册表在该集上编写调优 → 数据泄漏进一步放大了分数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后续换用 PrimeVul（200 样本）性能大幅下降——说明 0.9+ 是假的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留下一个正确判断：LLM 的角色是 “发现” 而不是 “验证”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应弥补静态工具盲区：逻辑漏洞/UAF/竞态条件——这些没有明显 sink 模式的漏洞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不应重新发明静态工具已经做好的事——sink 检测、缓冲区溢出这些静态工具已经很成熟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关键教训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的正确角色是 “发现” 而不是 “验证” ——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应该弥补静态工具的盲区：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逻辑漏洞、UAF、竞态条件，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而不是重新发明静态工具已经做好的事。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Phase 1 实验总结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不要堆砌优化层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不要在测试集上写规则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不要用静态分析做硬判决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40233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1A2D45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的目标是补偿盲区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模块化：发现 LLM 层层杀 TP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与静态拦截问题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Ollama R1 切换到云端 GLM-4.6V，管道拆解为可配置模块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模块化架构拆分 + 四种 LLM 策略模式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管道四层可配置架构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44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静态决策层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(可配拦截策略)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344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代码窗口层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(可配截取长度)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44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策略层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(可配推理模式)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0" y="13258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344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后处理层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(可配校准规则)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 LLM 策略模式（同一管道可切换）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2011680" cy="23317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68880"/>
            <a:ext cx="45720" cy="2331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5237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模式一：单次推理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798064"/>
            <a:ext cx="1737360" cy="192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 LLM 调用，直接输出结构化判断结果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消耗最低，适合快速扫描场景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效果取决于代码窗口质量和 prompt 清晰度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2468880"/>
            <a:ext cx="2011680" cy="23317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0" y="2468880"/>
            <a:ext cx="45720" cy="2331720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20" name="Text 18"/>
          <p:cNvSpPr/>
          <p:nvPr/>
        </p:nvSpPr>
        <p:spPr>
          <a:xfrm>
            <a:off x="2724912" y="25237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模式二：三级 Agent 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24912" y="2798064"/>
            <a:ext cx="1737360" cy="192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Agent1 CWE 专项筛查（思维链逐步推理）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Agent2 复审查验（可配保守/激进策略）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Agent3 盲区扫描（检查未覆盖代码区域）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2011680" cy="23317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68880"/>
            <a:ext cx="45720" cy="2331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5237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模式三：多温度投票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2798064"/>
            <a:ext cx="1737360" cy="192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Agent1 筛查后 Agent2 在三温度推理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0.0（保守）/ 0.3（均衡）/ 0.7（发散）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置信度加权投票，利用多样性降误判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2468880"/>
            <a:ext cx="2011680" cy="23317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2468880"/>
            <a:ext cx="45720" cy="2331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7114032" y="25237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模式四：工具感知链 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14032" y="2798064"/>
            <a:ext cx="1737360" cy="192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静态分析工具报告 → Agent 差异分析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这是我们最终采用的方案，后面详细展开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融合三个工具信号指导 LLM 推理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核心矛盾：LLM Agent 层层杀 TP，不增 TP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TP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静态工具找到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Agent1 CoT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-5~6 TP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0" y="1143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Agent2 复审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-3~8 TP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264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10-19 TP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最终幸存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BigVul 52 样本实验揭示的核心矛盾：LLM Agent 的每一步审查都在削减 TP（真阳性），而非发现新的 TP——每多一层 Agent，就多一道杀 TP 的风险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 10~19 个 TP 是从初始 24 个中 “幸存” 下来的，而非新增——LLM 的全部价值都体现在削减误报上，完全没有发现新漏洞的能力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多温度投票的共识阈值设为 “至少两票” 太过保守：即使有漏洞，只要一个温度判安全就不敢判漏洞。高共识门槛在安全审计场景下适得其反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核心启示：Agent 链不能设计为 “层层审批” ——每多一层审批，就多一道杀 TP 的风险。Agent 的角色应该是互补而非串行审批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反直觉发现：代码窗口越短反而越好？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53312"/>
            <a:ext cx="228600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截取前 1500 字符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53312"/>
            <a:ext cx="228600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F1=0.42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188366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截取前 3000 字符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函数签名和变量声明是最关键的上下文——它们告诉 LLM 变量的类型、大小和来源，这些是漏洞判断的核心依据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字符刚好覆盖函数签名 + 变量声明 + 前几个关键语句 → 信息密度最高，信噪比最优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字符把后面不相关的代码灌进来形成噪声 → 干扰 LLM 判断，信息密度下降，F1 反而降低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启示：上下文窗口不是越大越好——无关代码的噪声成本可能超过信息收益。这直接催生了 V4 中的动态窗口策略（iris/medium/full）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代码扫描界面：单样本分析与结果展示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4" name="Image 0" descr="D:\project\skill\output\screenshots\屏幕截图 2026-07-21 1402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052439"/>
            <a:ext cx="4435719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图：代码扫描页面 — 左侧代码输入区，右侧 LLM 分析结果（漏洞类型、风险等级、推理过程）</a:t>
            </a:r>
            <a:endParaRPr lang="en-US" sz="1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4EB21D-2DF7-5680-6597-5ABD8E888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106" y="1052439"/>
            <a:ext cx="464089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静态决策层在杀死性能——架构把主角拦在门外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1508760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关键参数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调用次数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 预设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no_sink=safe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样本全部在静态层被拦截，LLM 一次都没运行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 预设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三把锁同时锁死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no_sink=safe, low_risk_sink=safe, sanitizer_threshold=2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关闭所有拦截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单次 LLM + 完整代码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从 0 直接跳到 0.67，翻了无穷倍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7432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V2：no_sink=safe —— 没找到 sink 函数就直接判安全。事实：无 sink 的代码仍可能有 UAF、竞态、逻辑错误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更极端：no_sink 判 safe、low_risk_sink 判 safe、sanitizer_threshold=2——三把锁同时锁死，系统几乎不做任何 LLM 调用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关掉所有拦截后 F1 从 0.00 跳到 0.67：之前报告的 V1-V3 低分不是因为 LLM 能力不足，而是静态层没让它上场！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6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这直接决定了 V4 的核心设计原则：静态分析只提供信号，不做硬判决。所有样本都必须经过 LLM 推理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关键发现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不要用静态分析代替 LLM 判断。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管道中每一层都在杀 TP，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的角色应该是互补而非串行审批。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828800" cy="640080"/>
          </a:xfrm>
          <a:prstGeom prst="roundRect">
            <a:avLst>
              <a:gd name="adj" fmla="val 21429"/>
            </a:avLst>
          </a:prstGeom>
          <a:solidFill>
            <a:srgbClr val="1A2D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只削减误报不发现新漏洞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3657600"/>
            <a:ext cx="1828800" cy="640080"/>
          </a:xfrm>
          <a:prstGeom prst="roundRect">
            <a:avLst>
              <a:gd name="adj" fmla="val 21429"/>
            </a:avLst>
          </a:prstGeom>
          <a:solidFill>
            <a:srgbClr val="1A2D45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代码窗口不是越大越好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3657600"/>
            <a:ext cx="1828800" cy="640080"/>
          </a:xfrm>
          <a:prstGeom prst="roundRect">
            <a:avLst>
              <a:gd name="adj" fmla="val 21429"/>
            </a:avLst>
          </a:prstGeom>
          <a:solidFill>
            <a:srgbClr val="1A2D4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静态拦截是最大的人为损害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0" y="3657600"/>
            <a:ext cx="1828800" cy="640080"/>
          </a:xfrm>
          <a:prstGeom prst="roundRect">
            <a:avLst>
              <a:gd name="adj" fmla="val 21429"/>
            </a:avLst>
          </a:prstGeom>
          <a:solidFill>
            <a:srgbClr val="1A2D45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必须看到所有样本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V4：三级 Agent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工具感知链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架构重建：工具聚合 → LLM 推理 → 后处理。静态工具提供信号，LLM 做全部判决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工具感知链：整体管道架构（七个阶段）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188720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" y="1234440"/>
            <a:ext cx="36576" cy="19202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1234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工具聚合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6616" y="19202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CodeSlicer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CodeQL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Semgrep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并行运行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62456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90472" y="1188720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27048" y="1234440"/>
            <a:ext cx="36576" cy="1920240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11" name="Text 9"/>
          <p:cNvSpPr/>
          <p:nvPr/>
        </p:nvSpPr>
        <p:spPr>
          <a:xfrm>
            <a:off x="1618488" y="1234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共识分析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18488" y="19202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2+工具=高信号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单工具=中信号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全沉默=无信号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24328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52344" y="1188720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88920" y="1234440"/>
            <a:ext cx="36576" cy="19202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1234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Agent1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差异分析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80360" y="19202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只看报告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不看代码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三输出决策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86200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14216" y="1188720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50792" y="1234440"/>
            <a:ext cx="36576" cy="1920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142232" y="1234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 Sink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Agent2 激进验证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42232" y="19202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假设可达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有罪推定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plausible=漏洞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148072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76088" y="1188720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12664" y="1234440"/>
            <a:ext cx="36576" cy="1920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5404104" y="1234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Sink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Agent2 Checklist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04104" y="19202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六类审计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逐项填表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消除猜测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09944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1188720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74536" y="1234440"/>
            <a:ext cx="36576" cy="1920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6665976" y="1234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Agent3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盲区扫描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65976" y="19202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只找漏洞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不判安全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独立运行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671816" y="1828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99832" y="1188720"/>
            <a:ext cx="1170432" cy="20116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36408" y="1234440"/>
            <a:ext cx="36576" cy="1920240"/>
          </a:xfrm>
          <a:prstGeom prst="rect">
            <a:avLst/>
          </a:prstGeom>
          <a:solidFill>
            <a:srgbClr val="6B7C93"/>
          </a:solidFill>
          <a:ln/>
        </p:spPr>
      </p:sp>
      <p:sp>
        <p:nvSpPr>
          <p:cNvPr id="36" name="Text 34"/>
          <p:cNvSpPr/>
          <p:nvPr/>
        </p:nvSpPr>
        <p:spPr>
          <a:xfrm>
            <a:off x="7927848" y="1234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后处理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27848" y="1920240"/>
            <a:ext cx="100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冲突仲裁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置信度校准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质量检查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核心设计原则：静态分析只提供信号，不做硬判决。所有样本都必须经过 LLM 推理。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工具聚合层：三个静态分析引擎，各有所长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1508760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核心优势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主要盲区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典型检出漏洞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CodeSlicer（自研）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tree-sitter 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零外部依赖 / 毫秒级响应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精确定位到代码行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无跨函数分析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无指针别名追踪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sink 函数调用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危险模式匹配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CodeQL（GitHub）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CFG+DFG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污点追踪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跨函数漏洞检测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企业级分析引擎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需合法语法结构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截断代码兼容性差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UAF / 整数溢出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跨函数漏洞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Semgrep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 模式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匹配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极快扫描速度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规则可定制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丰富社区规则生态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浅层语法匹配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不做语义推理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已知漏洞模式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代码规范违规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651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注：代码中还集成了 Flawfinder 和 Cppcheck，但评测中主要使用前三者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三个工具输出经格式归一化后，做共识分析和盲区识别——为 Agent1 提供结构化的工具信号报告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共识分析：≥2 工具在同一代码区域共识 → 高信号（可信度高）；单工具发现 → 中等信号（需 LLM 进一步验证）；全部沉默 → 无信号（需盲区扫描补充）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盲区识别：标注当前工具组合覆盖不到的漏洞类型——逻辑缺陷、配置错误、TOCTOU 等，这些信息传递给 Agent2 的 checklist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最终产出的结构化工具报告通常只有几百 token，远小于完整代码，极大节约 LLM 上下文窗口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Agent1：只看工具报告，不看原始代码——差异分析师的定位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45720" cy="1188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243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原因一：保持交叉验证意义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517904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 Agent1 先看代码就会形成自己的预判，失去多工具交叉验证的价值。Agent1 的角色是 “差异分析师” ——识别工具之间的共识和分歧，判断哪些信号可信、哪些需要 LLM 进一步验证。它不是初级审计员，不应该自己从头看代码。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5720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243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原因二：极大节约上下文窗口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517904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工具报告通常只有几百个 token，而完整代码可能有几千甚至上万 token。在上下文窗口有限的情况下，优先保证 LLM 有真正的推理空间——把宝贵的 token 预算留给 Agent2 和 Agent3 的深度代码分析。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Agent1 输出三个关键决策（不是最终判决）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7863840" cy="104241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决策字段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含义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对下游的影响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initial_verdict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是否值得继续审查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suspicious / not suspicious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决定是否触发 Agent2 深度分析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window_suggestion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建议的代码窗口大小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iris (±5行) / medium / full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决定传给 Agent2 的代码截取范围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blind_spot_risk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工具组合可能遗漏的风险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UAF / 竞态 / 逻辑缺陷 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补充到 Agent2 的 checklist 审计项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核心设计分歧：有 Sink 和无 Sink，走两条完全不同的路径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2999"/>
            <a:ext cx="4023360" cy="3859823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有 Sink 路径 → confirm_it 激进验证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触发条件：静态工具给出了明确的危险信号——代码中有 strcpy、memmove、system 等已知危险函数调用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Agent2 用激进验证策略做深度判定，三条核心原则：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原则 1：假设 sink 始终可达，除非有硬证据证明不可达——不因为找不到证据就判安全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原则 2：对清理措施做有罪推定——sizeof 对变长数据不提供保护，strncpy 不保证空终止，看到不等于安全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原则 3：只有证明漏洞不可能时才判 safe——只要存在一种 plausible 的利用路径就判漏洞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为什么这么激进？安全审计场景下，漏报的代价远大于误报——错过一个真漏洞的后果比多报十个假漏洞严重得多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对比实验验证：保守策略（Agent2 做驳回员，先入为主地倾向驳回）→ 大量真漏洞被漏掉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激进策略把 Agent2 从驳回员变成裁判 → 召回率显著提升，代价是精确率有一定下降，这个取舍我们认为值得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142999"/>
            <a:ext cx="4023360" cy="3793881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无 Sink 路径 → checklist 六类审计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触发条件：所有工具都沉默了——但这绝对不代表代码安全！UAF、竞态条件、off-by-one、逻辑错误根本不对应任何已知 sink 模式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这时激进逐行验证没有意义——没有具体的危险函数可以验证，盲目追问 “这里有漏洞吗” 只会得到 LLM 的随机猜测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取而代之的是 checklist 六类专项审计——系统回顾 CWE Top 25 和 OWASP 分类后，绝大多数代码漏洞可归纳到六类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LLM 逐项填表，不是自由发挥：MEMORY 项 → UAF=YES/NO，证据在第 X 行；INTEGER 项 → 溢出=YES/NO，证据在第 Y 行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从模糊的 “可能有漏洞” 变成具体的是/否判断 + 代码行号证据——大幅减少了模型的猜测空间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消融实验验证：通用全面扫描 prompt F1=0.62 → Checklist 六类审计 F1=0.74（提升 19%）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六类专项审计：基于 CWE Top 25 + OWASP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14300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2651760" cy="411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内存安全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释放后再使用 (UAF)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双重释放 (Double Free)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内存泄漏 / 悬垂指针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651760" cy="411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整数安全 INTEGER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整数溢出 / 下溢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整数截断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有符号/无符号转换错误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43000"/>
            <a:ext cx="2651760" cy="411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边界安全 BOUNDARY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数组越界读写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Off-by-one 错误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缓冲区长度计算错误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97480"/>
            <a:ext cx="2651760" cy="411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并发安全 CONCURRENCY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竞态条件 (Race Condition)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TOCTOU 检查到使用时间差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死锁 / 活锁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69748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697480"/>
            <a:ext cx="2651760" cy="411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错误路径 ERROR PATHS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108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空指针解引用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资源泄漏（fd / memory）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函数返回值未检查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697480"/>
            <a:ext cx="2651760" cy="411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逻辑缺陷 LOGIC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108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条件恒真或恒假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分支缺失 / 死代码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循环边界 / 索引越界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消融验证：通用 “全面扫描” prompt F1=0.62 → Checklist 逐项填表 F1=0.74（+19%）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Agent3：盲区扫描器——只找漏洞，不判安全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Agent3 工作机制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触发条件：仅当 Agent2 判 safe 或 uncertain 时触发——Agent2 已经确认漏洞的样本不需要 Agent3 再跑一遍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触发率：短函数 0% → 长函数约 20%，200 样本总计触发十几次，主要集中在 &gt;3000 字符的长函数中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核心原则：只找漏洞，不判安全——Agent3 发现了漏洞就补进最终结果，Agent3 没发现也不代表代码安全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 Agent2 的关键区别：Agent3 独立运行，不受 Agent2 结论影响——它的 prompt 和 checklist 审计一样，但判断独立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设计意图：作为 Agent2 的安全网——Agent2 可能因为策略倾向（保守/激进）遗漏漏洞，Agent3 提供第二次独立检查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意外发现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A3 + 仲裁实际上在架空 Agent2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单样本测试揭示了有趣现象：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Agent2 判安全 → Agent3 重新扫描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A3 通常能找到 Agent2 遗漏的漏洞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冲突仲裁器随后推翻 A2 的结论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意味着 Agent2 的倾向性（保守/激进）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实际上被 A3 完全覆盖了。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最终判决由 A3 主导而非 A2。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这暗示后期 Agent 可能 “覆盖” 而非 “协作” 前期 Agent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是一个需要进一步研究的架构问题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后处理层：三个零 LLM 成本的校准模块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冲突仲裁器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8988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与 A3 结论不一致时触发。三条规则：① A3 在 A2 焦点窗口外发现具体问题 → A3 胜出（因为 A2 根本没看到那段代码）；② A3 推理模糊、A2 推理具体 → A2 胜出（模糊信号不能推翻明确判断）；③ 各有道理但针对不同区域 → 可同时成立，最终判漏洞。200 样本中触发十几次，大部分判 A3 胜出。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86000"/>
            <a:ext cx="45720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置信度校准器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纯规则引擎，不调 LLM。校准规则：A2 和 A3 结论一致 → 置信度 +0.05~0.10；A3 独立发现盲区漏洞且证据充分 → +0.05~0.10；reasoning 中出现模糊措辞（“可能”/“或许”）→ -0.05~0.10；多工具达成共识 → +0.03。调节量都不大，主要防止单个过度自信的判断主导最终输出。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474720"/>
            <a:ext cx="45720" cy="1051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输出质量检查器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6732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最简单的模块，捕获三种异常输出：① 判了 vuln 但推理文本为空 → 直接把置信度压到很低（无理由的判断不可靠）；② 置信度极高但推理文本极短 → 纠正到一个合理值（过度自信通常意味着推理不充分）；③ 方法标注为 LLM 但置信度异常低 → 提到最低门槛（避免 LLM 在不该犹豫的时候犹豫）。三个检查串行执行，零额外 LLM 调用。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消融实验：控制变量法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拆解每个组件的贡献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样本分层抽样 × 5 种配置 × 5 项关键结论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消融实验结果：每次只改一个变量，其余与 V4 保持一致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224028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LLM调用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基线：单次 LLM 调用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完整代码 + 清晰 prompt，已是不错的基线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 三层 Agent（完整）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+55% F1, ~3× token 消耗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 关闭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完全不变 → RAG 零贡献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 多温度投票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调用 +33%，F1 无任何提升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单次调用 + 静态拦截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样本仅 1 次 LLM → 灾难性下降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01024"/>
            <a:ext cx="7863840" cy="1253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 Agent 架构将 F1 从 0.40 提升到 0.62（+55%），在 200 样本完整评测中从约 0.67 提升到 0.77（+15%）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提升的真正来源：checklist 结构化审计 + 工具信号引导。代价：约 3 倍的 token 消耗——在生产环境中需要做成本效益权衡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静态拦截是最大的人为损害——F1 从 0.40 暴跌到 0.13，Precision 虽为 1.00 但 Recall 仅 0.07（几乎找不到任何漏洞）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批量评测界面：数据集选择与评测结果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6863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图：批量评测页面 — 数据集选择、预设配置、评测进度与 F1/Precision/Recall 结果展示</a:t>
            </a:r>
            <a:endParaRPr lang="en-US" sz="1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E2BB2F-EB07-DA84-242E-E9C0E4A84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22" y="978408"/>
            <a:ext cx="8010394" cy="365622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消融结论 ①②：RAG 零贡献 + 静态拦截是最大损害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RAG 零贡献——完整管线搭建完毕但毫无作用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搭建的完整 RAG 管线：SiliconFlow bge-m3 免费嵌入（1024 维）→ ChromaDB 向量库（NVD 25 万条 + CISA KEV 1647 条 = 5.9 万文档）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关闭 RAG 后：200 样本 F1 完全不变；30 样本上 V4 与 V4 关闭 RAG 差距在噪声范围内——RAG 的贡献为零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根因：CVE 元数据描述的是漏洞影响（“可能导致远程代码执行”），不含代码模式；bge-m3 是通用文本嵌入，在代码和漏洞描述之间匹配失败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834640"/>
            <a:ext cx="45720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静态拦截是最大的人为损害——不是性能差，是架构把主角拦在门外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 no_sink=safe 后：F1 从 0.40 直接降到 0.13，28 个样本只调用了一次 LLM——其余 27 个在静态层被拦截，占 96%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静态层把 90% 的无 sink 样本全部判为安全 → LLM 根本没有上场机会 → TP 被系统性漏掉 → Recall 跌到 0.07</a:t>
            </a:r>
            <a:endParaRPr lang="en-US" sz="900" dirty="0"/>
          </a:p>
          <a:p>
            <a:pPr>
              <a:lnSpc>
                <a:spcPct val="125000"/>
              </a:lnSpc>
              <a:spcAft>
                <a:spcPts val="400"/>
              </a:spcAft>
              <a:buSzPct val="100000"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启示：在 LLM-based 管道中，任何硬拦截都是危险的。静态工具应该提供信号而非判决。哪怕 LLM 的判断不完美，也比一刀切的静态规则好得多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消融结论 ③④⑤：多温度无效 + 单次是强基线 + A3 架空 A2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多温度投票换不来提升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三个温度（0.0, 0.3, 0.7）加权投票，F1 与单次 Agent2 调用完全持平，但 LLM 调用次数多了三分之一（89 vs 67）。结论：DeepSeek V4 Flash 在不同温度下的输出差异不足以产生有效的推理多样性——温度变化带来的随机性被证明对漏洞检测任务无效。保留为可配置选项但不推荐默认使用。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86000"/>
            <a:ext cx="45720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单次 LLM 调用就是强基线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87752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完整代码 + 清晰 prompt 就能达到 F1=0.40——这个成绩已经超过所有带静态拦截的配置（V2/V3 的 0.00）。三层 Agent 架构在此基础上提升 55% → F1=0.62，200 样本完整评测从约 0.67 提升到 0.77。提升来自 checklist 结构化审计（让 LLM 逐项填表）和工具信号引导（告诉 LLM 重点看哪里），代价是约 3 倍 token。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474720"/>
            <a:ext cx="45720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A3 盲区扫描器 + 仲裁在架空 Agent2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76472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Agent2 判安全 → A3 重新扫描 → 找到 Agent2 遗漏的漏洞 → 仲裁器推翻 A2 结论。Agent2 的保守/激进倾向被 A3 完全覆盖，最终判决由 A3 主导。这暗示 Agent 链中后期 Agent 可能 “覆盖” 而非 “协作” 前期 Agent 的判决——多层 Agent 未必产生互补效应，可能只是后面的覆盖前面的。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局限性与坦诚讨论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哪些地方做得不够好，以及为什么。学术诚信：必须说清楚方案的边界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方案局限性 ①②③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RAG 模块无实际贡献——基础设施完整但嵌入方案选型不对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搭建了完整的 RAG 基础设施但未产生实际价值：bge-m3 通用文本嵌入在代码和漏洞描述之间匹配失败。保留基础设施是因为：如果未来能找到代码级别的漏洞模式嵌入方案——比如 CodeBERT 或 UniXcoder 替代 bge-m3——可能释放 RAG 的真正价值。方向是正确的，但当前的嵌入方案选型不对。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86000"/>
            <a:ext cx="45720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数据流追踪仅限单函数内——看不到跨函数漏洞模式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8775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当前只在函数作用域内做 Source→Sink 追踪，不做跨过程分析。真实项目的漏洞经常涉及多个函数之间的交互——malloc 在 A 函数分配、free 在 B 函数释放、UAF 在 C 函数触发。单函数分析完全看不到这种跨函数的漏洞模式。这是方案目前最大的技术盲区之一。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474720"/>
            <a:ext cx="45720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上下文长度要求高，Token 消耗大——成本效益需权衡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764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完整代码输入在长函数上 token 消耗较大，虽然动态窗口策略（iris/medium/full）能部分缓解，但不能根本解决长代码的上下文瓶颈。三层 Agent 架构约 3 倍于单次调用的 token 消耗，在生产环境中需要在检测效果和 API 成本之间做平衡。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方案局限性 ④⑤⑥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测试集标签噪声严重——可能已接近数据集的理论上限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PrimeVul 中 93% 的漏洞样本 CWE 字段为空。人工验证发现 Chrome 的 BUG 标注为 none 的功能性 commit——代码重构、变量重命名——被标记为漏洞。BigVul 标签噪声率学术界估计约 75%。如果测试集里四分之三的标签是错的，F1 做到 0.67 可能已经接近数据集的理论上限。改进标签质量是未来工作的重要方向。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86000"/>
            <a:ext cx="45720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仅在函数级代码片段上测试——缺少真实项目级验证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8775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目前只测试了 C/C++ 和 Python 的函数级代码片段，没有在真实项目级别做端到端验证。函数级评测有天然的局限性——缺少项目级别的构建上下文、类型信息和跨文件调用关系。真实项目的安全审计需要理解完整的调用链和上下文，这个差距是显著的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474720"/>
            <a:ext cx="45720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数据集分布决定组件贡献——评测数字不能脱离数据分布来解读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764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PrimeVul 上 181/200（90.5%）样本无 sink → checklist 六类审计是真正的驱动力，Agent1 的工具整合和有 sink 验证路径只在少数样本上生效。如果换到有 sink 主导的数据集，激进的验证策略会有更大的发挥空间。任何评测数字都是方法和数据集交互的结果，不能脱离数据分布来解读——这是评测方法论的基本原则。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项目迭代历程：四个版本的关键转变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32004"/>
          </a:xfrm>
          <a:prstGeom prst="rect">
            <a:avLst/>
          </a:prstGeom>
          <a:solidFill>
            <a:srgbClr val="2980B9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1737360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核心架构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关键问题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(BigVul 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教训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 初始版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sink注册表 + 四优化层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过拟合 59 样本，三层优化全部失效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不要堆砌，不要在测试集上写规则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 模块化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OLlama→GLM，四种策略模式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层层杀 TP，静态拦截 F1=0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只削误报不增 TP，Agent 不能串行审批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 调整参数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放宽静态拦截 + 多温度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三把锁仍锁死，LLM 零次运行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静态拦截是最大损害，LLM 必须看所有样本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 工具感知链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三工具 + 三Agent + 后处理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零贡献，A3 架空 A2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Checklist + 工具信号 = 真正的提升来源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246120"/>
            <a:ext cx="7863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V1 到 V4，核心转变：盲目堆砌 → 模块拆解 → 放权 LLM → 工具感知——每个版本的失败都直接决定了下一版的设计方向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相比 V1 的 F1 提升有限（0.629 vs 0.620），但 V1 的 0.629 是过拟合的假象，V4 的 0.620 是真正可泛化的性能</a:t>
            </a:r>
            <a:endParaRPr lang="en-US" sz="1000" dirty="0"/>
          </a:p>
          <a:p>
            <a:pPr>
              <a:lnSpc>
                <a:spcPct val="125000"/>
              </a:lnSpc>
              <a:spcAft>
                <a:spcPts val="500"/>
              </a:spcAft>
              <a:buSzPct val="100000"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 200 样本 PrimeVul F1=0.77 证明了架构的有效性——零样本条件下超越微调基线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从盲目堆砌到工具感知：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每个版本的失败都在教我们下一步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A2D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不堆砌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四个优化层 → 模块化拆解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每个组件独立验证有效性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只保留经过消融证明的模块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0" y="24688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A2D45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不拦截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静态拦截 F1=0 → 完全放权 LLM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静态分析只提供信号不做判决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架构不能让主角站在门外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1A2D4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不猜测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prompt → 六类 checklist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逐项填表，消除 LLM 的模糊空间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“可能” 到 “是/否+行号”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PrimeVul F1 = 0.77，零样本，超越微调基线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谢谢！请各位老师批评指正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3137</Words>
  <Application>Microsoft Office PowerPoint</Application>
  <PresentationFormat>全屏显示(16:9)</PresentationFormat>
  <Paragraphs>619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Arial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基于大语言模型的应用安全审计技术</dc:title>
  <dc:subject>PptxGenJS Presentation</dc:subject>
  <dc:creator>Code Audit Team</dc:creator>
  <cp:lastModifiedBy>昕晨 刘</cp:lastModifiedBy>
  <cp:revision>2</cp:revision>
  <dcterms:created xsi:type="dcterms:W3CDTF">2026-07-22T05:42:24Z</dcterms:created>
  <dcterms:modified xsi:type="dcterms:W3CDTF">2026-07-22T06:01:13Z</dcterms:modified>
</cp:coreProperties>
</file>